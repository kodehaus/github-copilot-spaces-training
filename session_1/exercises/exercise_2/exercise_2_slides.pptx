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7" Type="http://schemas.openxmlformats.org/officeDocument/2006/relationships/viewProps" Target="viewProps.xml" /><Relationship Id="rId2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9" Type="http://schemas.openxmlformats.org/officeDocument/2006/relationships/tableStyles" Target="tableStyles.xml" /><Relationship Id="rId2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Exercise 2: Practice Round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Workflow Acceleration</a:t>
            </a:r>
          </a:p>
          <a:p>
            <a:pPr lvl="0" indent="0" marL="0">
              <a:buNone/>
            </a:pPr>
            <a:r>
              <a:rPr b="1"/>
              <a:t>Duration:</a:t>
            </a:r>
            <a:r>
              <a:rPr/>
              <a:t> 36 minutes </a:t>
            </a:r>
            <a:r>
              <a:rPr b="1"/>
              <a:t>Scaffolding:</a:t>
            </a:r>
            <a:r>
              <a:rPr/>
              <a:t> Medium (Key decision points highlighted)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Your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By completing this exercise, you will:</a:t>
            </a:r>
          </a:p>
          <a:p>
            <a:pPr lvl="0"/>
            <a:r>
              <a:rPr/>
              <a:t>🎯 Deepen understanding of context engineering</a:t>
            </a:r>
          </a:p>
          <a:p>
            <a:pPr lvl="0"/>
            <a:r>
              <a:rPr/>
              <a:t>🎯 Practice diagnostic and troubleshooting skills</a:t>
            </a:r>
          </a:p>
          <a:p>
            <a:pPr lvl="0"/>
            <a:r>
              <a:rPr/>
              <a:t>🎯 Use context engineering to accelerate workflows</a:t>
            </a:r>
          </a:p>
          <a:p>
            <a:pPr lvl="0"/>
            <a:r>
              <a:rPr/>
              <a:t>🎯 Engineer effective context for different workflow types</a:t>
            </a:r>
          </a:p>
          <a:p>
            <a:pPr lvl="0"/>
            <a:r>
              <a:rPr/>
              <a:t>🎯 Demonstrate measurable improvement in task completion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Scenario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Your team has problems with 3 workflows:</a:t>
            </a:r>
          </a:p>
          <a:p>
            <a:pPr lvl="0" indent="-342900" marL="342900">
              <a:buAutoNum type="arabicPeriod"/>
            </a:pPr>
            <a:r>
              <a:rPr/>
              <a:t>🐛 </a:t>
            </a:r>
            <a:r>
              <a:rPr b="1"/>
              <a:t>Debugging</a:t>
            </a:r>
            <a:r>
              <a:rPr/>
              <a:t> - AI doesn’t understand error context</a:t>
            </a:r>
          </a:p>
          <a:p>
            <a:pPr lvl="0" indent="-342900" marL="342900">
              <a:buAutoNum type="arabicPeriod"/>
            </a:pPr>
            <a:r>
              <a:rPr/>
              <a:t>⚡ </a:t>
            </a:r>
            <a:r>
              <a:rPr b="1"/>
              <a:t>Feature Development</a:t>
            </a:r>
            <a:r>
              <a:rPr/>
              <a:t> - Suggestions don’t match architecture</a:t>
            </a:r>
          </a:p>
          <a:p>
            <a:pPr lvl="0" indent="-342900" marL="342900">
              <a:buAutoNum type="arabicPeriod"/>
            </a:pPr>
            <a:r>
              <a:rPr/>
              <a:t>👁️ </a:t>
            </a:r>
            <a:r>
              <a:rPr b="1"/>
              <a:t>Code Review</a:t>
            </a:r>
            <a:r>
              <a:rPr/>
              <a:t> - AI misses style guide violations</a:t>
            </a:r>
          </a:p>
          <a:p>
            <a:pPr lvl="0" indent="0" marL="0">
              <a:buNone/>
            </a:pPr>
            <a:r>
              <a:rPr b="1"/>
              <a:t>Your task:</a:t>
            </a:r>
            <a:r>
              <a:rPr/>
              <a:t> Analyze what’s missing and improve context for each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Decision Point 1: Debugging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Time: 12 minutes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Debugging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Situation:</a:t>
            </a:r>
          </a:p>
          <a:p>
            <a:pPr lvl="0" indent="0" marL="0">
              <a:buNone/>
            </a:pPr>
            <a:r>
              <a:rPr/>
              <a:t>A teammate shows you an error:</a:t>
            </a:r>
          </a:p>
          <a:p>
            <a:pPr lvl="0" indent="0">
              <a:buNone/>
            </a:pPr>
            <a:r>
              <a:rPr>
                <a:latin typeface="Courier"/>
              </a:rPr>
              <a:t>TypeError: Cannot read property 'id' of undefined</a:t>
            </a:r>
          </a:p>
          <a:p>
            <a:pPr lvl="0" indent="0" marL="0">
              <a:buNone/>
            </a:pPr>
            <a:r>
              <a:rPr/>
              <a:t>The AI isn’t helping effectively. </a:t>
            </a:r>
            <a:r>
              <a:rPr b="1"/>
              <a:t>Why?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Step 1: Analyze the Context Gap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Ask yourself:</a:t>
            </a:r>
          </a:p>
          <a:p>
            <a:pPr lvl="0"/>
            <a:r>
              <a:rPr/>
              <a:t>What information does the AI need to help debug this?</a:t>
            </a:r>
          </a:p>
          <a:p>
            <a:pPr lvl="0"/>
            <a:r>
              <a:rPr/>
              <a:t>What context is currently missing?</a:t>
            </a:r>
          </a:p>
          <a:p>
            <a:pPr lvl="0"/>
            <a:r>
              <a:rPr/>
              <a:t>What would make the AI response more helpful?</a:t>
            </a:r>
          </a:p>
          <a:p>
            <a:pPr lvl="0" indent="0" marL="0">
              <a:buNone/>
            </a:pPr>
            <a:r>
              <a:rPr/>
              <a:t>⚠️ </a:t>
            </a:r>
            <a:r>
              <a:rPr b="1"/>
              <a:t>Decision Point:</a:t>
            </a:r>
            <a:r>
              <a:rPr/>
              <a:t> What context is MOST important for debugging?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Step 2: Engineer the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Add these elements:</a:t>
            </a:r>
          </a:p>
          <a:p>
            <a:pPr lvl="0"/>
            <a:r>
              <a:rPr/>
              <a:t>📋 Relevant error logs or stack traces</a:t>
            </a:r>
          </a:p>
          <a:p>
            <a:pPr lvl="0"/>
            <a:r>
              <a:rPr/>
              <a:t>💻 Code where the error occurs</a:t>
            </a:r>
          </a:p>
          <a:p>
            <a:pPr lvl="0"/>
            <a:r>
              <a:rPr/>
              <a:t>🔗 Related code that might cause the issue</a:t>
            </a:r>
          </a:p>
          <a:p>
            <a:pPr lvl="0"/>
            <a:r>
              <a:rPr/>
              <a:t>✅ Test cases if available</a:t>
            </a:r>
          </a:p>
          <a:p>
            <a:pPr lvl="0" indent="0" marL="0">
              <a:buNone/>
            </a:pPr>
            <a:r>
              <a:rPr/>
              <a:t>💡 </a:t>
            </a:r>
            <a:r>
              <a:rPr b="1"/>
              <a:t>Tip:</a:t>
            </a:r>
            <a:r>
              <a:rPr/>
              <a:t> The AI needs to see the STATE of the app when error occurred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Step 3: Test Your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Validate your changes:</a:t>
            </a:r>
          </a:p>
          <a:p>
            <a:pPr lvl="0" indent="-342900" marL="342900">
              <a:buAutoNum type="arabicPeriod"/>
            </a:pPr>
            <a:r>
              <a:rPr/>
              <a:t>Ask the AI to help debug the error</a:t>
            </a:r>
          </a:p>
          <a:p>
            <a:pPr lvl="0" indent="-342900" marL="342900">
              <a:buAutoNum type="arabicPeriod"/>
            </a:pPr>
            <a:r>
              <a:rPr/>
              <a:t>Evaluate if the response is more specific and actionable</a:t>
            </a:r>
          </a:p>
          <a:p>
            <a:pPr lvl="0" indent="0" marL="0">
              <a:buNone/>
            </a:pPr>
            <a:r>
              <a:rPr/>
              <a:t>✅ </a:t>
            </a:r>
            <a:r>
              <a:rPr b="1"/>
              <a:t>Success:</a:t>
            </a:r>
            <a:r>
              <a:rPr/>
              <a:t> AI gives specific line numbers and fixes ❌ </a:t>
            </a:r>
            <a:r>
              <a:rPr b="1"/>
              <a:t>Needs work:</a:t>
            </a:r>
            <a:r>
              <a:rPr/>
              <a:t> Still getting generic debugging advice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Decision Point 2: Feature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Time: 12 minutes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Feature Development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Situation:</a:t>
            </a:r>
          </a:p>
          <a:p>
            <a:pPr lvl="0" indent="0" marL="0">
              <a:buNone/>
            </a:pPr>
            <a:r>
              <a:rPr/>
              <a:t>You need to add a new user authentication feature.</a:t>
            </a:r>
          </a:p>
          <a:p>
            <a:pPr lvl="0" indent="0" marL="0">
              <a:buNone/>
            </a:pPr>
            <a:r>
              <a:rPr/>
              <a:t>AI suggestions don’t match your architecture. </a:t>
            </a:r>
            <a:r>
              <a:rPr b="1"/>
              <a:t>Why?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Step 1: Analyze the Context Gap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Ask yourself:</a:t>
            </a:r>
          </a:p>
          <a:p>
            <a:pPr lvl="0"/>
            <a:r>
              <a:rPr/>
              <a:t>What architectural patterns should the AI follow?</a:t>
            </a:r>
          </a:p>
          <a:p>
            <a:pPr lvl="0"/>
            <a:r>
              <a:rPr/>
              <a:t>What existing authentication code should it reference?</a:t>
            </a:r>
          </a:p>
          <a:p>
            <a:pPr lvl="0"/>
            <a:r>
              <a:rPr/>
              <a:t>What security requirements must it know about?</a:t>
            </a:r>
          </a:p>
          <a:p>
            <a:pPr lvl="0" indent="0" marL="0">
              <a:buNone/>
            </a:pPr>
            <a:r>
              <a:rPr/>
              <a:t>⚠️ </a:t>
            </a:r>
            <a:r>
              <a:rPr b="1"/>
              <a:t>Decision Point:</a:t>
            </a:r>
            <a:r>
              <a:rPr/>
              <a:t> Should you add MORE context or BETTER context?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Step 2: Engineer the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Add these elements:</a:t>
            </a:r>
          </a:p>
          <a:p>
            <a:pPr lvl="0"/>
            <a:r>
              <a:rPr/>
              <a:t>📐 Architecture documentation</a:t>
            </a:r>
          </a:p>
          <a:p>
            <a:pPr lvl="0"/>
            <a:r>
              <a:rPr/>
              <a:t>🔐 Examples of existing similar features</a:t>
            </a:r>
          </a:p>
          <a:p>
            <a:pPr lvl="0"/>
            <a:r>
              <a:rPr/>
              <a:t>🛡️ Security guidelines or requirements</a:t>
            </a:r>
          </a:p>
          <a:p>
            <a:pPr lvl="0"/>
            <a:r>
              <a:rPr/>
              <a:t>📡 API documentation if relevant</a:t>
            </a:r>
          </a:p>
          <a:p>
            <a:pPr lvl="0" indent="0" marL="0">
              <a:buNone/>
            </a:pPr>
            <a:r>
              <a:rPr/>
              <a:t>💡 </a:t>
            </a:r>
            <a:r>
              <a:rPr b="1"/>
              <a:t>Tip:</a:t>
            </a:r>
            <a:r>
              <a:rPr/>
              <a:t> Show the AI HOW your team structures similar features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Step 3: Test Your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Validate your changes:</a:t>
            </a:r>
          </a:p>
          <a:p>
            <a:pPr lvl="0" indent="-342900" marL="342900">
              <a:buAutoNum type="arabicPeriod"/>
            </a:pPr>
            <a:r>
              <a:rPr/>
              <a:t>Ask the AI to help implement the feature</a:t>
            </a:r>
          </a:p>
          <a:p>
            <a:pPr lvl="0" indent="-342900" marL="342900">
              <a:buAutoNum type="arabicPeriod"/>
            </a:pPr>
            <a:r>
              <a:rPr/>
              <a:t>Check if suggestions align with your architecture</a:t>
            </a:r>
          </a:p>
          <a:p>
            <a:pPr lvl="0" indent="0" marL="0">
              <a:buNone/>
            </a:pPr>
            <a:r>
              <a:rPr/>
              <a:t>✅ </a:t>
            </a:r>
            <a:r>
              <a:rPr b="1"/>
              <a:t>Success:</a:t>
            </a:r>
            <a:r>
              <a:rPr/>
              <a:t> Code matches your patterns and standards ❌ </a:t>
            </a:r>
            <a:r>
              <a:rPr b="1"/>
              <a:t>Needs work:</a:t>
            </a:r>
            <a:r>
              <a:rPr/>
              <a:t> Still getting generic implementations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Decision Point 3: Code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Time: 12 minutes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Code Review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Situation:</a:t>
            </a:r>
          </a:p>
          <a:p>
            <a:pPr lvl="0" indent="0" marL="0">
              <a:buNone/>
            </a:pPr>
            <a:r>
              <a:rPr/>
              <a:t>The AI needs to help review code for style and best practices.</a:t>
            </a:r>
          </a:p>
          <a:p>
            <a:pPr lvl="0" indent="0" marL="0">
              <a:buNone/>
            </a:pPr>
            <a:r>
              <a:rPr/>
              <a:t>But it’s missing important issues. </a:t>
            </a:r>
            <a:r>
              <a:rPr b="1"/>
              <a:t>Why?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Step 1: Analyze the Context Gap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Ask yourself:</a:t>
            </a:r>
          </a:p>
          <a:p>
            <a:pPr lvl="0"/>
            <a:r>
              <a:rPr/>
              <a:t>What style guide should the AI follow?</a:t>
            </a:r>
          </a:p>
          <a:p>
            <a:pPr lvl="0"/>
            <a:r>
              <a:rPr/>
              <a:t>What project-specific conventions exist?</a:t>
            </a:r>
          </a:p>
          <a:p>
            <a:pPr lvl="0"/>
            <a:r>
              <a:rPr/>
              <a:t>What common issues should it watch for?</a:t>
            </a:r>
          </a:p>
          <a:p>
            <a:pPr lvl="0" indent="0" marL="0">
              <a:buNone/>
            </a:pPr>
            <a:r>
              <a:rPr/>
              <a:t>⚠️ </a:t>
            </a:r>
            <a:r>
              <a:rPr b="1"/>
              <a:t>Decision Point:</a:t>
            </a:r>
            <a:r>
              <a:rPr/>
              <a:t> What makes YOUR team’s code reviews unique?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Step 2: Engineer the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Add these elements:</a:t>
            </a:r>
          </a:p>
          <a:p>
            <a:pPr lvl="0"/>
            <a:r>
              <a:rPr/>
              <a:t>📝 Style guide documentation</a:t>
            </a:r>
          </a:p>
          <a:p>
            <a:pPr lvl="0"/>
            <a:r>
              <a:rPr/>
              <a:t>⭐ Examples of good code from your project</a:t>
            </a:r>
          </a:p>
          <a:p>
            <a:pPr lvl="0"/>
            <a:r>
              <a:rPr/>
              <a:t>⚙️ Linting rules or configuration files</a:t>
            </a:r>
          </a:p>
          <a:p>
            <a:pPr lvl="0"/>
            <a:r>
              <a:rPr/>
              <a:t>✅ Common code review checklist</a:t>
            </a:r>
          </a:p>
          <a:p>
            <a:pPr lvl="0" indent="0" marL="0">
              <a:buNone/>
            </a:pPr>
            <a:r>
              <a:rPr/>
              <a:t>💡 </a:t>
            </a:r>
            <a:r>
              <a:rPr b="1"/>
              <a:t>Tip:</a:t>
            </a:r>
            <a:r>
              <a:rPr/>
              <a:t> Include BOTH rules (style guide) and examples (actual code)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Step 3: Test Your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Validate your changes:</a:t>
            </a:r>
          </a:p>
          <a:p>
            <a:pPr lvl="0" indent="-342900" marL="342900">
              <a:buAutoNum type="arabicPeriod"/>
            </a:pPr>
            <a:r>
              <a:rPr/>
              <a:t>Give the AI some code to review</a:t>
            </a:r>
          </a:p>
          <a:p>
            <a:pPr lvl="0" indent="-342900" marL="342900">
              <a:buAutoNum type="arabicPeriod"/>
            </a:pPr>
            <a:r>
              <a:rPr/>
              <a:t>Check if it catches relevant issues</a:t>
            </a:r>
          </a:p>
          <a:p>
            <a:pPr lvl="0" indent="0" marL="0">
              <a:buNone/>
            </a:pPr>
            <a:r>
              <a:rPr/>
              <a:t>✅ </a:t>
            </a:r>
            <a:r>
              <a:rPr b="1"/>
              <a:t>Success:</a:t>
            </a:r>
            <a:r>
              <a:rPr/>
              <a:t> AI identifies style violations specific to your team ❌ </a:t>
            </a:r>
            <a:r>
              <a:rPr b="1"/>
              <a:t>Needs work:</a:t>
            </a:r>
            <a:r>
              <a:rPr/>
              <a:t> Only catching generic issues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Success Criteria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You’re successful if:</a:t>
            </a:r>
          </a:p>
          <a:p>
            <a:pPr lvl="0"/>
            <a:r>
              <a:rPr/>
              <a:t>☐ Engineered effective context for all 3 workflow types</a:t>
            </a:r>
          </a:p>
          <a:p>
            <a:pPr lvl="0"/>
            <a:r>
              <a:rPr/>
              <a:t>☐ Demonstrated improvement in AI assistance quality</a:t>
            </a:r>
          </a:p>
          <a:p>
            <a:pPr lvl="0"/>
            <a:r>
              <a:rPr/>
              <a:t>☐ Adapted strategy when initial approach was ineffective</a:t>
            </a:r>
          </a:p>
          <a:p>
            <a:pPr lvl="0"/>
            <a:r>
              <a:rPr/>
              <a:t>☐ Provided evidence of improved results (before/after)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Key Decision Points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Remember these trade-offs:</a:t>
            </a:r>
          </a:p>
          <a:p>
            <a:pPr lvl="0" indent="0" marL="0">
              <a:buNone/>
            </a:pPr>
            <a:r>
              <a:rPr/>
              <a:t>⚠️ </a:t>
            </a:r>
            <a:r>
              <a:rPr b="1"/>
              <a:t>Decision A:</a:t>
            </a:r>
            <a:r>
              <a:rPr/>
              <a:t> More context vs. Remove irrelevant context? - Consider: Is the AI confused or missing info?</a:t>
            </a:r>
          </a:p>
          <a:p>
            <a:pPr lvl="0" indent="0" marL="0">
              <a:buNone/>
            </a:pPr>
            <a:r>
              <a:rPr/>
              <a:t>⚠️ </a:t>
            </a:r>
            <a:r>
              <a:rPr b="1"/>
              <a:t>Decision B:</a:t>
            </a:r>
            <a:r>
              <a:rPr/>
              <a:t> Broad context vs. Specific context? - Consider: What’s the scope of the task?</a:t>
            </a:r>
          </a:p>
          <a:p>
            <a:pPr lvl="0" indent="0" marL="0">
              <a:buNone/>
            </a:pPr>
            <a:r>
              <a:rPr/>
              <a:t>⚠️ </a:t>
            </a:r>
            <a:r>
              <a:rPr b="1"/>
              <a:t>Decision C:</a:t>
            </a:r>
            <a:r>
              <a:rPr/>
              <a:t> How to verify context is working? - Consider: Compare before/after AI responses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Hints Available 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Request these if you need help:</a:t>
            </a:r>
          </a:p>
          <a:p>
            <a:pPr lvl="0" indent="0" marL="0">
              <a:buNone/>
            </a:pPr>
            <a:r>
              <a:rPr/>
              <a:t>🔹 </a:t>
            </a:r>
            <a:r>
              <a:rPr b="1"/>
              <a:t>Hint 1 (Debugging):</a:t>
            </a:r>
            <a:r>
              <a:rPr/>
              <a:t> Include not just the error, but the STATE of the application when error occurred</a:t>
            </a:r>
          </a:p>
          <a:p>
            <a:pPr lvl="0" indent="0" marL="0">
              <a:buNone/>
            </a:pPr>
            <a:r>
              <a:rPr/>
              <a:t>🔹 </a:t>
            </a:r>
            <a:r>
              <a:rPr b="1"/>
              <a:t>Hint 2 (Feature Development):</a:t>
            </a:r>
            <a:r>
              <a:rPr/>
              <a:t> Look for similar features already implemented - they’re great context examples</a:t>
            </a:r>
          </a:p>
          <a:p>
            <a:pPr lvl="0" indent="0" marL="0">
              <a:buNone/>
            </a:pPr>
            <a:r>
              <a:rPr/>
              <a:t>🔹 </a:t>
            </a:r>
            <a:r>
              <a:rPr b="1"/>
              <a:t>Hint 3 (Code Review):</a:t>
            </a:r>
            <a:r>
              <a:rPr/>
              <a:t> Your linting config and recent PR comments are valuable context sources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to Submit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For EACH of the 3 workflows:</a:t>
            </a:r>
          </a:p>
          <a:p>
            <a:pPr lvl="0" indent="-342900" marL="342900">
              <a:buAutoNum type="arabicPeriod"/>
            </a:pPr>
            <a:r>
              <a:rPr/>
              <a:t>Brief explanation of what context you added and why</a:t>
            </a:r>
          </a:p>
          <a:p>
            <a:pPr lvl="0" indent="-342900" marL="342900">
              <a:buAutoNum type="arabicPeriod"/>
            </a:pPr>
            <a:r>
              <a:rPr/>
              <a:t>Example of improved AI assistance (before/after comparison)</a:t>
            </a:r>
          </a:p>
          <a:p>
            <a:pPr lvl="0" indent="-342900" marL="342900">
              <a:buAutoNum type="arabicPeriod"/>
            </a:pPr>
            <a:r>
              <a:rPr/>
              <a:t>Explanation of your approach and any adjustments made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Reflection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Take time to reflect:</a:t>
            </a:r>
          </a:p>
          <a:p>
            <a:pPr lvl="0" indent="-342900" marL="342900">
              <a:buAutoNum type="arabicPeriod"/>
            </a:pPr>
            <a:r>
              <a:rPr/>
              <a:t>What was most challenging about this assessment?</a:t>
            </a:r>
          </a:p>
          <a:p>
            <a:pPr lvl="0" indent="-342900" marL="342900">
              <a:buAutoNum type="arabicPeriod"/>
            </a:pPr>
            <a:r>
              <a:rPr/>
              <a:t>How did your approach evolve from your first attempt?</a:t>
            </a:r>
          </a:p>
          <a:p>
            <a:pPr lvl="0" indent="-342900" marL="342900">
              <a:buAutoNum type="arabicPeriod"/>
            </a:pPr>
            <a:r>
              <a:rPr/>
              <a:t>What would you do differently next time?</a:t>
            </a:r>
          </a:p>
          <a:p>
            <a:pPr lvl="0" indent="-342900" marL="342900">
              <a:buAutoNum type="arabicPeriod"/>
            </a:pPr>
            <a:r>
              <a:rPr/>
              <a:t>How did this at-bat feel different from the previous one?</a:t>
            </a:r>
          </a:p>
          <a:p>
            <a:pPr lvl="0" indent="-342900" marL="342900">
              <a:buAutoNum type="arabicPeriod"/>
            </a:pPr>
            <a:r>
              <a:rPr/>
              <a:t>What skills are becoming more automatic for you?</a:t>
            </a:r>
          </a:p>
          <a:p>
            <a:pPr lvl="0" indent="-342900" marL="342900">
              <a:buAutoNum type="arabicPeriod"/>
            </a:pPr>
            <a:r>
              <a:rPr/>
              <a:t>How will you apply this skill in your real work?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Let’s Get Started!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Remember:</a:t>
            </a:r>
            <a:r>
              <a:rPr/>
              <a:t> - You have 36 minutes total (12 min per workflow) - Medium scaffolding - key decision points highlighted - Focus on quality over quantity - Even completing 1 workflow well = success!</a:t>
            </a:r>
          </a:p>
          <a:p>
            <a:pPr lvl="0" indent="0" marL="0">
              <a:buNone/>
            </a:pPr>
            <a:r>
              <a:rPr b="1"/>
              <a:t>Ready? Begin with Debugging Workflow!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2026-01-12T21:44:10Z</dcterms:created>
  <dcterms:modified xsi:type="dcterms:W3CDTF">2026-01-12T21:44:10Z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arp">
    <vt:lpwstr>True</vt:lpwstr>
  </property>
  <property fmtid="{D5CDD505-2E9C-101B-9397-08002B2CF9AE}" pid="3" name="paginate">
    <vt:lpwstr>True</vt:lpwstr>
  </property>
  <property fmtid="{D5CDD505-2E9C-101B-9397-08002B2CF9AE}" pid="4" name="theme">
    <vt:lpwstr>default</vt:lpwstr>
  </property>
</Properties>
</file>