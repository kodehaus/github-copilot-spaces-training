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1: Practice Round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Workspace Configuration</a:t>
            </a:r>
          </a:p>
          <a:p>
            <a:pPr lvl="0" indent="0" marL="0">
              <a:buNone/>
            </a:pPr>
            <a:r>
              <a:rPr b="1"/>
              <a:t>Duration:</a:t>
            </a:r>
            <a:r>
              <a:rPr/>
              <a:t> 45 minutes </a:t>
            </a:r>
            <a:r>
              <a:rPr b="1"/>
              <a:t>Scaffolding:</a:t>
            </a:r>
            <a:r>
              <a:rPr/>
              <a:t> High (Step-by-step guidance)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completing this exercise, you will:</a:t>
            </a:r>
          </a:p>
          <a:p>
            <a:pPr lvl="0"/>
            <a:r>
              <a:rPr/>
              <a:t>✅ Apply Remember and Understand level skills</a:t>
            </a:r>
          </a:p>
          <a:p>
            <a:pPr lvl="0"/>
            <a:r>
              <a:rPr/>
              <a:t>✅ Set up and configure a context-aware workspace</a:t>
            </a:r>
          </a:p>
          <a:p>
            <a:pPr lvl="0"/>
            <a:r>
              <a:rPr/>
              <a:t>✅ Create workspace with appropriate context sources</a:t>
            </a:r>
          </a:p>
          <a:p>
            <a:pPr lvl="0"/>
            <a:r>
              <a:rPr/>
              <a:t>✅ Add and organize files, repositories, and instructions</a:t>
            </a:r>
          </a:p>
          <a:p>
            <a:pPr lvl="0"/>
            <a:r>
              <a:rPr/>
              <a:t>✅ Validate that context is working as expected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You’re joining a web application team</a:t>
            </a:r>
          </a:p>
          <a:p>
            <a:pPr lvl="0" indent="0" marL="0">
              <a:buNone/>
            </a:pPr>
            <a:r>
              <a:rPr/>
              <a:t>Your task: &gt; Set up a GitHub Copilot Space that provides effective context for common development tasks like bug fixes, feature additions, and code reviews.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1: Create Your Workspace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15 minutes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1: Open GitHub Copilot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Actions:</a:t>
            </a:r>
          </a:p>
          <a:p>
            <a:pPr lvl="0" indent="-342900" marL="342900">
              <a:buAutoNum type="arabicPeriod"/>
            </a:pPr>
            <a:r>
              <a:rPr/>
              <a:t>Navigate to your GitHub repository (or create a practice repo)</a:t>
            </a:r>
          </a:p>
          <a:p>
            <a:pPr lvl="0" indent="-342900" marL="342900">
              <a:buAutoNum type="arabicPeriod"/>
            </a:pPr>
            <a:r>
              <a:rPr/>
              <a:t>Click “Open in GitHub Copilot Space”</a:t>
            </a:r>
          </a:p>
          <a:p>
            <a:pPr lvl="0" indent="-342900" marL="342900">
              <a:buAutoNum type="arabicPeriod"/>
            </a:pPr>
            <a:r>
              <a:rPr/>
              <a:t>Wait for the workspace to initialize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Tip:</a:t>
            </a:r>
            <a:r>
              <a:rPr/>
              <a:t> If you don’t have a repo, create a sample one first!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2: Add Essential Context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add:</a:t>
            </a:r>
          </a:p>
          <a:p>
            <a:pPr lvl="0"/>
            <a:r>
              <a:rPr/>
              <a:t>✅ Main README.md file</a:t>
            </a:r>
          </a:p>
          <a:p>
            <a:pPr lvl="0"/>
            <a:r>
              <a:rPr/>
              <a:t>✅ Architecture documentation (if available)</a:t>
            </a:r>
          </a:p>
          <a:p>
            <a:pPr lvl="0"/>
            <a:r>
              <a:rPr/>
              <a:t>✅ Coding standards or style guide</a:t>
            </a:r>
          </a:p>
          <a:p>
            <a:pPr lvl="0"/>
            <a:r>
              <a:rPr/>
              <a:t>✅ At least one example of well-written code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Tip:</a:t>
            </a:r>
            <a:r>
              <a:rPr/>
              <a:t> Start with documentation, then add code examples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Organize Your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Make it clear and structured:</a:t>
            </a:r>
          </a:p>
          <a:p>
            <a:pPr lvl="0"/>
            <a:r>
              <a:rPr/>
              <a:t>📁 Group related files together</a:t>
            </a:r>
          </a:p>
          <a:p>
            <a:pPr lvl="0"/>
            <a:r>
              <a:rPr/>
              <a:t>🏷️ Add clear labels or comments for each context source</a:t>
            </a:r>
          </a:p>
          <a:p>
            <a:pPr lvl="0"/>
            <a:r>
              <a:rPr/>
              <a:t>🗑️ Remove unnecessary or redundant files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Tip:</a:t>
            </a:r>
            <a:r>
              <a:rPr/>
              <a:t> Think about what someone NEW to the project would need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2: Configure Workspace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10 minutes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4: Set Up Project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Add custom instructions that explain:</a:t>
            </a:r>
          </a:p>
          <a:p>
            <a:pPr lvl="0"/>
            <a:r>
              <a:rPr/>
              <a:t>Project type (web app, API, mobile app, etc.)</a:t>
            </a:r>
          </a:p>
          <a:p>
            <a:pPr lvl="0"/>
            <a:r>
              <a:rPr/>
              <a:t>Key technologies and frameworks used</a:t>
            </a:r>
          </a:p>
          <a:p>
            <a:pPr lvl="0"/>
            <a:r>
              <a:rPr/>
              <a:t>Important constraints or requirements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Example:</a:t>
            </a:r>
            <a:r>
              <a:rPr/>
              <a:t> “This is a React web app using TypeScript and Express backend”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5: Add Development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Include information about:</a:t>
            </a:r>
          </a:p>
          <a:p>
            <a:pPr lvl="0"/>
            <a:r>
              <a:rPr/>
              <a:t>Development environment setup</a:t>
            </a:r>
          </a:p>
          <a:p>
            <a:pPr lvl="0"/>
            <a:r>
              <a:rPr/>
              <a:t>Testing requirements and frameworks</a:t>
            </a:r>
          </a:p>
          <a:p>
            <a:pPr lvl="0"/>
            <a:r>
              <a:rPr/>
              <a:t>Deployment or build process information</a:t>
            </a:r>
          </a:p>
          <a:p>
            <a:pPr lvl="0" indent="0" marL="0">
              <a:buNone/>
            </a:pPr>
            <a:r>
              <a:rPr/>
              <a:t>💡 </a:t>
            </a:r>
            <a:r>
              <a:rPr b="1"/>
              <a:t>Tip:</a:t>
            </a:r>
            <a:r>
              <a:rPr/>
              <a:t> The AI needs to know HOW your team works, not just WHAT you’re building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 3: Validate Your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Time: 15 minutes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6: Test Context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Try these tests:</a:t>
            </a:r>
          </a:p>
          <a:p>
            <a:pPr lvl="0" indent="-342900" marL="342900">
              <a:buAutoNum type="arabicPeriod"/>
            </a:pPr>
            <a:r>
              <a:rPr/>
              <a:t>Ask Copilot a question about project architecture</a:t>
            </a:r>
          </a:p>
          <a:p>
            <a:pPr lvl="0" indent="-342900" marL="342900">
              <a:buAutoNum type="arabicPeriod"/>
            </a:pPr>
            <a:r>
              <a:rPr/>
              <a:t>Request help with a common task:</a:t>
            </a:r>
          </a:p>
          <a:p>
            <a:pPr lvl="1"/>
            <a:r>
              <a:rPr/>
              <a:t>“How do I add a new API endpoint?”</a:t>
            </a:r>
          </a:p>
          <a:p>
            <a:pPr lvl="0" indent="-342900" marL="342900">
              <a:buAutoNum type="arabicPeriod"/>
            </a:pPr>
            <a:r>
              <a:rPr/>
              <a:t>Evaluate if responses are specific and relevant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Good sign:</a:t>
            </a:r>
            <a:r>
              <a:rPr/>
              <a:t> Copilot references YOUR project specifics ❌ </a:t>
            </a:r>
            <a:r>
              <a:rPr b="1"/>
              <a:t>Bad sign:</a:t>
            </a:r>
            <a:r>
              <a:rPr/>
              <a:t> Generic responses that could apply to any project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7: Quality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Review your workspace:</a:t>
            </a:r>
          </a:p>
          <a:p>
            <a:pPr lvl="0"/>
            <a:r>
              <a:rPr/>
              <a:t>☐ All necessary project info included? (Coverage)</a:t>
            </a:r>
          </a:p>
          <a:p>
            <a:pPr lvl="0"/>
            <a:r>
              <a:rPr/>
              <a:t>☐ No unnecessary/redundant info? (Relevance)</a:t>
            </a:r>
          </a:p>
          <a:p>
            <a:pPr lvl="0"/>
            <a:r>
              <a:rPr/>
              <a:t>☐ Clear structure and labeling? (Organization)</a:t>
            </a:r>
          </a:p>
          <a:p>
            <a:pPr lvl="0"/>
            <a:r>
              <a:rPr/>
              <a:t>☐ AI assistance quality improved? (Functionality)</a:t>
            </a:r>
          </a:p>
          <a:p>
            <a:pPr lvl="0" indent="0" marL="0">
              <a:buNone/>
            </a:pPr>
            <a:r>
              <a:rPr b="1"/>
              <a:t>Make adjustments as needed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8: Share and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deliverables:</a:t>
            </a:r>
          </a:p>
          <a:p>
            <a:pPr lvl="0" indent="-342900" marL="342900">
              <a:buAutoNum type="arabicPeriod"/>
            </a:pPr>
            <a:r>
              <a:rPr/>
              <a:t>📸 Take a screenshot of your workspace configuration</a:t>
            </a:r>
          </a:p>
          <a:p>
            <a:pPr lvl="0" indent="-342900" marL="342900">
              <a:buAutoNum type="arabicPeriod"/>
            </a:pPr>
            <a:r>
              <a:rPr/>
              <a:t>📝 Write a brief summary of your approach (3-5 sentences)</a:t>
            </a:r>
          </a:p>
          <a:p>
            <a:pPr lvl="0" indent="-342900" marL="342900">
              <a:buAutoNum type="arabicPeriod"/>
            </a:pPr>
            <a:r>
              <a:rPr/>
              <a:t>✅ Note any challenges you encountered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You’re successful if:</a:t>
            </a:r>
          </a:p>
          <a:p>
            <a:pPr lvl="0"/>
            <a:r>
              <a:rPr/>
              <a:t>☐ Created workspace with at least 5 relevant context sources</a:t>
            </a:r>
          </a:p>
          <a:p>
            <a:pPr lvl="0"/>
            <a:r>
              <a:rPr/>
              <a:t>☐ Files, repositories, and instructions are logically organized</a:t>
            </a:r>
          </a:p>
          <a:p>
            <a:pPr lvl="0"/>
            <a:r>
              <a:rPr/>
              <a:t>☐ Validated context is working (AI responses are specific)</a:t>
            </a:r>
          </a:p>
          <a:p>
            <a:pPr lvl="0"/>
            <a:r>
              <a:rPr/>
              <a:t>☐ Workspace passes quality checklist (all 4 criteria)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Need Help?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Hints Available: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Stuck on what to include?</a:t>
            </a:r>
            <a:r>
              <a:rPr/>
              <a:t> Start with documentation files, then add representative code examples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Not sure if context is working?</a:t>
            </a:r>
            <a:r>
              <a:rPr/>
              <a:t> Ask specific questions about your project and see if responses reference your context</a:t>
            </a:r>
          </a:p>
          <a:p>
            <a:pPr lvl="0" indent="0" marL="0">
              <a:buNone/>
            </a:pPr>
            <a:r>
              <a:rPr/>
              <a:t>🔹 </a:t>
            </a:r>
            <a:r>
              <a:rPr b="1"/>
              <a:t>Need examples?</a:t>
            </a:r>
            <a:r>
              <a:rPr/>
              <a:t> Check the reference materials for sample workspace configurations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deliverable package:</a:t>
            </a:r>
          </a:p>
          <a:p>
            <a:pPr lvl="0" indent="-342900" marL="342900">
              <a:buAutoNum type="arabicPeriod"/>
            </a:pPr>
            <a:r>
              <a:rPr/>
              <a:t>Screenshot or description of workspace configuration</a:t>
            </a:r>
          </a:p>
          <a:p>
            <a:pPr lvl="0" indent="-342900" marL="342900">
              <a:buAutoNum type="arabicPeriod"/>
            </a:pPr>
            <a:r>
              <a:rPr/>
              <a:t>Brief explanation (3-5 sentences) of your approach</a:t>
            </a:r>
          </a:p>
          <a:p>
            <a:pPr lvl="0" indent="-342900" marL="342900">
              <a:buAutoNum type="arabicPeriod"/>
            </a:pPr>
            <a:r>
              <a:rPr/>
              <a:t>Evidence that context is working</a:t>
            </a:r>
          </a:p>
          <a:p>
            <a:pPr lvl="1"/>
            <a:r>
              <a:rPr/>
              <a:t>Example AI response that uses your context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Reflection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Take time to reflect:</a:t>
            </a:r>
          </a:p>
          <a:p>
            <a:pPr lvl="0" indent="-342900" marL="342900">
              <a:buAutoNum type="arabicPeriod"/>
            </a:pPr>
            <a:r>
              <a:rPr/>
              <a:t>What was most challenging about this assessment?</a:t>
            </a:r>
          </a:p>
          <a:p>
            <a:pPr lvl="0" indent="-342900" marL="342900">
              <a:buAutoNum type="arabicPeriod"/>
            </a:pPr>
            <a:r>
              <a:rPr/>
              <a:t>How did your approach evolve from your first attempt?</a:t>
            </a:r>
          </a:p>
          <a:p>
            <a:pPr lvl="0" indent="-342900" marL="342900">
              <a:buAutoNum type="arabicPeriod"/>
            </a:pPr>
            <a:r>
              <a:rPr/>
              <a:t>What would you do differently next time?</a:t>
            </a:r>
          </a:p>
          <a:p>
            <a:pPr lvl="0" indent="-342900" marL="342900">
              <a:buAutoNum type="arabicPeriod"/>
            </a:pPr>
            <a:r>
              <a:rPr/>
              <a:t>How will you apply this skill in your real work?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Get Started!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Remember:</a:t>
            </a:r>
            <a:r>
              <a:rPr/>
              <a:t> - You have 45 minutes total - High scaffolding - use the step-by-step guidance - Ask for help if you get stuck - Focus on learning, not perfection</a:t>
            </a:r>
          </a:p>
          <a:p>
            <a:pPr lvl="0" indent="0" marL="0">
              <a:buNone/>
            </a:pPr>
            <a:r>
              <a:rPr b="1"/>
              <a:t>Ready? Begin Part 1!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2026-01-12T21:44:10Z</dcterms:created>
  <dcterms:modified xsi:type="dcterms:W3CDTF">2026-01-12T21:44:10Z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